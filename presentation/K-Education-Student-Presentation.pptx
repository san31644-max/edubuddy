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7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4B9CB-50C0-959A-1A92-76432F8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21329-A363-1235-7794-8AD25C9B8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C5EC2-29DE-522D-ACDD-0DB03242A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76D1-2EAC-4FA0-9269-2ECD5CF40F2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C494C-88D2-1199-1587-FE53EA9E2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ABD6B-4BED-5E4C-55FD-D337B2BC0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3718-079D-47F5-9146-2E51B4088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017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A30E7-86EE-B4F8-0D6C-73E599EEC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7F7E6-6DC8-3730-4AAC-60F808144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A7E3F-DAAB-F774-6C16-B66718C59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76D1-2EAC-4FA0-9269-2ECD5CF40F2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4F690-2B6D-2397-2873-64B31CEAF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5C067-29BD-C9E9-6D9E-7924A24BC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3718-079D-47F5-9146-2E51B4088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80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287F5-CB09-0D01-904F-9E0B663A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29335-B885-C8AB-FA49-A177163BA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03274-2046-349D-DA67-D84A35C8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76D1-2EAC-4FA0-9269-2ECD5CF40F2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80F61-F505-9C39-81B9-B2EAAD0DF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341BB-2B2D-5AF3-59CA-F9A2ECBDC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3718-079D-47F5-9146-2E51B4088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7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DEC7-0462-8D21-9927-64359C3CB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DBB3C-8698-30A5-8BF7-1F42BB9D3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3BB85-343F-4A07-5540-A7C3BFFDC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3317F-5349-3B6E-9EA4-16DE187C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76D1-2EAC-4FA0-9269-2ECD5CF40F2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536A2-18B2-10CA-85ED-E1CF1CA5A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B4469-F482-03B2-1FCB-7F738CE43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3718-079D-47F5-9146-2E51B4088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3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219AA-81E8-9FC7-F293-204F8347B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1EB32-277E-5152-7937-9CCA018ED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7FFD3-B05F-1D28-E0E8-C01E7EF4D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68B447-7F50-759E-92C5-5EB4D3AAD4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646F8B-3493-0BB3-A0A5-4C4D6078B4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86A014-10A3-CE72-B07A-DE28E4A01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76D1-2EAC-4FA0-9269-2ECD5CF40F2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7ACFEE-7714-D4E0-C2FE-0DD03978C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99E7CA-9C00-C25F-2BE4-AC3734EB1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3718-079D-47F5-9146-2E51B4088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186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8F03E-66CF-9A89-BB85-9990AFCF1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F0442-C139-AF46-B2DB-DB4AD651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76D1-2EAC-4FA0-9269-2ECD5CF40F2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8A64D0-913F-16CA-732F-FE95B6741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90A0A0-C803-0600-6192-D75ED9B03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3718-079D-47F5-9146-2E51B4088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45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8A01ED-7BE7-57E7-84DC-E990ECA3F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76D1-2EAC-4FA0-9269-2ECD5CF40F2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B0A0F-B64E-1B9D-275C-559BE5456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3078C-2517-A1A1-0F25-5A27B2326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3718-079D-47F5-9146-2E51B4088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468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7C9F6-3FC9-DDD2-A9D0-836797820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348FF-CA2C-9E01-2CBF-8194D15EF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21B740-477B-58C9-5019-CF4B2E56D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1691F-0A38-1D56-C42D-6FB3E230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76D1-2EAC-4FA0-9269-2ECD5CF40F2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319C6-6E98-B441-8460-DBFE11141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9CA8B-9817-C4DD-4E55-2A1930FA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3718-079D-47F5-9146-2E51B4088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17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B83C5-56C5-6251-26A1-840F00C82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7FB45A-777A-76C4-63D7-B77E83155E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57C3F-4000-7D1D-B9C5-6C895374D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90D25-8C89-60D1-9C46-B72CA98A9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76D1-2EAC-4FA0-9269-2ECD5CF40F2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D635F-7CD5-7B66-F720-3D50FF0D4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D853A-F931-9BF7-7317-C515BED8F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3718-079D-47F5-9146-2E51B4088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8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62FD-F439-E666-03CC-E24F9890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D9B1CC-53EA-FD86-7401-B07E190B0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FDB7-C533-DB90-1609-6DB5D1898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76D1-2EAC-4FA0-9269-2ECD5CF40F2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5D660-F343-3F3F-B06F-1D9A5D16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6D5D1-16AE-5FEA-6FD7-5D5670CE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3718-079D-47F5-9146-2E51B4088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24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1BC217-0902-A3DB-A17A-496B0A995A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A66D6B-1A96-2671-E50E-312244D16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31843-4BE2-8382-6C63-9CCA6D8A0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076D1-2EAC-4FA0-9269-2ECD5CF40F2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E23DB-8949-B21B-E7B3-8E0AA2307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2CA84-6E11-CBF4-0DED-8A407702F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3718-079D-47F5-9146-2E51B4088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177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F788A7-B216-164D-6E9B-DD91E733F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52210-4B85-3CBA-A2A4-4568983AC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89A8B-C08F-B117-E48C-B3097AFDC5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076D1-2EAC-4FA0-9269-2ECD5CF40F2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B4910-E563-E0CB-B2B4-BD04ED0BF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1F3C0-F887-431C-4C13-9F1352825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83718-079D-47F5-9146-2E51B4088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022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DE07F2-C22B-6041-7B91-3D8BFB4841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3F1125"/>
              </a:gs>
              <a:gs pos="100000">
                <a:srgbClr val="FFFFFF"/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78A455E-71CA-D923-7078-A464DB27D459}"/>
              </a:ext>
            </a:extLst>
          </p:cNvPr>
          <p:cNvSpPr/>
          <p:nvPr/>
        </p:nvSpPr>
        <p:spPr>
          <a:xfrm>
            <a:off x="8699500" y="-1524000"/>
            <a:ext cx="4699000" cy="4699000"/>
          </a:xfrm>
          <a:prstGeom prst="ellipse">
            <a:avLst/>
          </a:prstGeom>
          <a:solidFill>
            <a:srgbClr val="229BFF">
              <a:alpha val="5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3DF3933-4F92-AEC7-0330-594E7AF53EE2}"/>
              </a:ext>
            </a:extLst>
          </p:cNvPr>
          <p:cNvSpPr/>
          <p:nvPr/>
        </p:nvSpPr>
        <p:spPr>
          <a:xfrm>
            <a:off x="-1524000" y="4572000"/>
            <a:ext cx="3683000" cy="3683000"/>
          </a:xfrm>
          <a:prstGeom prst="ellipse">
            <a:avLst/>
          </a:prstGeom>
          <a:solidFill>
            <a:srgbClr val="655BE8">
              <a:alpha val="2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FAE444-8E26-0D72-2D4B-C99D040F07A8}"/>
              </a:ext>
            </a:extLst>
          </p:cNvPr>
          <p:cNvSpPr/>
          <p:nvPr/>
        </p:nvSpPr>
        <p:spPr>
          <a:xfrm>
            <a:off x="889000" y="990600"/>
            <a:ext cx="101600" cy="4635500"/>
          </a:xfrm>
          <a:prstGeom prst="rect">
            <a:avLst/>
          </a:prstGeom>
          <a:solidFill>
            <a:srgbClr val="5CD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C84CB7-3D4F-D33D-4D58-DC12D5D3D766}"/>
              </a:ext>
            </a:extLst>
          </p:cNvPr>
          <p:cNvSpPr/>
          <p:nvPr/>
        </p:nvSpPr>
        <p:spPr>
          <a:xfrm>
            <a:off x="8763000" y="1714500"/>
            <a:ext cx="2413000" cy="24130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 cap="flat" cmpd="sng" algn="ctr">
            <a:solidFill>
              <a:srgbClr val="FFF5D9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203200" dist="37357" dir="2700000" rotWithShape="0">
              <a:scrgbClr r="0" g="0" b="0">
                <a:alpha val="5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739BB6-AE0D-4763-1C34-D82183DA72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400" y="1993900"/>
            <a:ext cx="1854200" cy="1854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CF159D-2768-2720-F686-D160619924EC}"/>
              </a:ext>
            </a:extLst>
          </p:cNvPr>
          <p:cNvSpPr txBox="1"/>
          <p:nvPr/>
        </p:nvSpPr>
        <p:spPr>
          <a:xfrm>
            <a:off x="1333500" y="965200"/>
            <a:ext cx="660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FFEE73"/>
                </a:solidFill>
                <a:latin typeface="Aptos Display" panose="020B0004020202020204" pitchFamily="34" charset="0"/>
              </a:rPr>
              <a:t>YOUR LEARNING JOURNEY STARTS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E03A5D-E258-F989-C32B-B407983A0BAF}"/>
              </a:ext>
            </a:extLst>
          </p:cNvPr>
          <p:cNvSpPr txBox="1"/>
          <p:nvPr/>
        </p:nvSpPr>
        <p:spPr>
          <a:xfrm>
            <a:off x="1270000" y="1460500"/>
            <a:ext cx="7048500" cy="9387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5500" b="1">
                <a:solidFill>
                  <a:srgbClr val="FFFFFF"/>
                </a:solidFill>
                <a:latin typeface="Aptos Display" panose="020B0004020202020204" pitchFamily="34" charset="0"/>
              </a:rPr>
              <a:t>K Education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51A8E5-E5BE-5049-EFB3-687DDA4533C2}"/>
              </a:ext>
            </a:extLst>
          </p:cNvPr>
          <p:cNvSpPr txBox="1"/>
          <p:nvPr/>
        </p:nvSpPr>
        <p:spPr>
          <a:xfrm>
            <a:off x="1320800" y="2984500"/>
            <a:ext cx="6794500" cy="86177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 b="1">
                <a:solidFill>
                  <a:srgbClr val="5CD6FF"/>
                </a:solidFill>
                <a:latin typeface="Aptos Display" panose="020B0004020202020204" pitchFamily="34" charset="0"/>
              </a:rPr>
              <a:t>Learn smarter. Practise better.</a:t>
            </a:r>
          </a:p>
          <a:p>
            <a:r>
              <a:rPr lang="en-US" sz="2500" b="1">
                <a:solidFill>
                  <a:srgbClr val="5CD6FF"/>
                </a:solidFill>
                <a:latin typeface="Aptos Display" panose="020B0004020202020204" pitchFamily="34" charset="0"/>
              </a:rPr>
              <a:t>Achieve more.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640683-B5CA-D55C-57F0-42D94B6DC2D4}"/>
              </a:ext>
            </a:extLst>
          </p:cNvPr>
          <p:cNvSpPr txBox="1"/>
          <p:nvPr/>
        </p:nvSpPr>
        <p:spPr>
          <a:xfrm>
            <a:off x="1333500" y="4089400"/>
            <a:ext cx="66675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F5DFE8"/>
                </a:solidFill>
                <a:latin typeface="Aptos" panose="020B0004020202020204" pitchFamily="34" charset="0"/>
              </a:rPr>
              <a:t>Your complete learning companion for Grades 6–11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A417C08-C709-08C0-2EB0-AF843274177E}"/>
              </a:ext>
            </a:extLst>
          </p:cNvPr>
          <p:cNvSpPr/>
          <p:nvPr/>
        </p:nvSpPr>
        <p:spPr>
          <a:xfrm>
            <a:off x="1333500" y="5041900"/>
            <a:ext cx="1930400" cy="431800"/>
          </a:xfrm>
          <a:prstGeom prst="roundRect">
            <a:avLst/>
          </a:prstGeom>
          <a:solidFill>
            <a:srgbClr val="FFFFFF">
              <a:alpha val="14000"/>
            </a:srgbClr>
          </a:solidFill>
          <a:ln w="19050" cap="flat" cmpd="sng" algn="ctr">
            <a:solidFill>
              <a:srgbClr val="FFFFFF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TEXTBOOK LESSONS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F1BA024-2461-6887-774B-D60342EB3026}"/>
              </a:ext>
            </a:extLst>
          </p:cNvPr>
          <p:cNvSpPr/>
          <p:nvPr/>
        </p:nvSpPr>
        <p:spPr>
          <a:xfrm>
            <a:off x="3390900" y="5041900"/>
            <a:ext cx="1168400" cy="431800"/>
          </a:xfrm>
          <a:prstGeom prst="roundRect">
            <a:avLst/>
          </a:prstGeom>
          <a:solidFill>
            <a:srgbClr val="FFFFFF">
              <a:alpha val="14000"/>
            </a:srgbClr>
          </a:solidFill>
          <a:ln w="19050" cap="flat" cmpd="sng" algn="ctr">
            <a:solidFill>
              <a:srgbClr val="FFFFFF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QUIZZES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E622838-A7B9-D208-23E4-219C5A11C0BA}"/>
              </a:ext>
            </a:extLst>
          </p:cNvPr>
          <p:cNvSpPr/>
          <p:nvPr/>
        </p:nvSpPr>
        <p:spPr>
          <a:xfrm>
            <a:off x="4686300" y="5041900"/>
            <a:ext cx="1473200" cy="431800"/>
          </a:xfrm>
          <a:prstGeom prst="roundRect">
            <a:avLst/>
          </a:prstGeom>
          <a:solidFill>
            <a:srgbClr val="FFFFFF">
              <a:alpha val="14000"/>
            </a:srgbClr>
          </a:solidFill>
          <a:ln w="19050" cap="flat" cmpd="sng" algn="ctr">
            <a:solidFill>
              <a:srgbClr val="FFFFFF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AI TEACHER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0B42E38-7779-1E59-01EB-42B063C7E0F8}"/>
              </a:ext>
            </a:extLst>
          </p:cNvPr>
          <p:cNvSpPr/>
          <p:nvPr/>
        </p:nvSpPr>
        <p:spPr>
          <a:xfrm>
            <a:off x="6286500" y="5041900"/>
            <a:ext cx="1625600" cy="431800"/>
          </a:xfrm>
          <a:prstGeom prst="roundRect">
            <a:avLst/>
          </a:prstGeom>
          <a:solidFill>
            <a:srgbClr val="FFFFFF">
              <a:alpha val="14000"/>
            </a:srgbClr>
          </a:solidFill>
          <a:ln w="19050" cap="flat" cmpd="sng" algn="ctr">
            <a:solidFill>
              <a:srgbClr val="FFFFFF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O/L KUPPIYA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694480-CA74-914F-2F04-A5B530BCFD1D}"/>
              </a:ext>
            </a:extLst>
          </p:cNvPr>
          <p:cNvSpPr txBox="1"/>
          <p:nvPr/>
        </p:nvSpPr>
        <p:spPr>
          <a:xfrm>
            <a:off x="1333500" y="6045200"/>
            <a:ext cx="635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D2A8BB"/>
                </a:solidFill>
                <a:latin typeface="Aptos" panose="020B0004020202020204" pitchFamily="34" charset="0"/>
              </a:rPr>
              <a:t>PRESENTED BY  •  K EDUCATION</a:t>
            </a:r>
          </a:p>
        </p:txBody>
      </p:sp>
    </p:spTree>
    <p:extLst>
      <p:ext uri="{BB962C8B-B14F-4D97-AF65-F5344CB8AC3E}">
        <p14:creationId xmlns:p14="http://schemas.microsoft.com/office/powerpoint/2010/main" val="1129449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Yushan Kavitha</dc:creator>
  <cp:lastModifiedBy>Yushan Kavitha</cp:lastModifiedBy>
  <cp:revision>1</cp:revision>
  <dcterms:created xsi:type="dcterms:W3CDTF">2026-08-30T13:11:36Z</dcterms:created>
  <dcterms:modified xsi:type="dcterms:W3CDTF">2026-08-30T13:11:36Z</dcterms:modified>
</cp:coreProperties>
</file>